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7772400" cx="100584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PT Sans Narrow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Narrow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TSansNarrow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9fe735_0_0:notes"/>
          <p:cNvSpPr/>
          <p:nvPr>
            <p:ph idx="2" type="sldImg"/>
          </p:nvPr>
        </p:nvSpPr>
        <p:spPr>
          <a:xfrm>
            <a:off x="1210464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9fe7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72957b366_0_0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72957b3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72957b366_0_6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72957b3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72957b366_0_18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72957b36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72957b366_0_24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72957b36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72957b366_0_31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72957b36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2957b366_0_41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72957b36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677280" y="1016382"/>
            <a:ext cx="1189788" cy="169991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7191319" y="5051543"/>
            <a:ext cx="1189788" cy="169991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795562" y="4257501"/>
            <a:ext cx="4674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title"/>
          </p:nvPr>
        </p:nvSpPr>
        <p:spPr>
          <a:xfrm>
            <a:off x="1848332" y="1796598"/>
            <a:ext cx="6361800" cy="22023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848332" y="4608058"/>
            <a:ext cx="6361800" cy="1373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Roboto Slab"/>
              <a:buNone/>
              <a:defRPr sz="30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Roboto Slab"/>
              <a:buNone/>
              <a:defRPr sz="30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Roboto Slab"/>
              <a:buNone/>
              <a:defRPr sz="30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Roboto Slab"/>
              <a:buNone/>
              <a:defRPr sz="30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Roboto Slab"/>
              <a:buNone/>
              <a:defRPr sz="30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Roboto Slab"/>
              <a:buNone/>
              <a:defRPr sz="30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Roboto Slab"/>
              <a:buNone/>
              <a:defRPr sz="30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Roboto Slab"/>
              <a:buNone/>
              <a:defRPr sz="30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Roboto Slab"/>
              <a:buNone/>
              <a:defRPr sz="30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795562" y="4257501"/>
            <a:ext cx="4674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528825" y="2667036"/>
            <a:ext cx="9044400" cy="13713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541819" y="1904429"/>
            <a:ext cx="4674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426690" y="692127"/>
            <a:ext cx="9204900" cy="1036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26690" y="2251290"/>
            <a:ext cx="9204900" cy="465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541819" y="1904429"/>
            <a:ext cx="4674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426690" y="692127"/>
            <a:ext cx="9204900" cy="1036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26690" y="2251291"/>
            <a:ext cx="4399800" cy="465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5231820" y="2251291"/>
            <a:ext cx="4399800" cy="465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426690" y="692127"/>
            <a:ext cx="9204900" cy="1036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538140" y="2134107"/>
            <a:ext cx="36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42669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426690" y="2408749"/>
            <a:ext cx="3088800" cy="4051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539275" y="795373"/>
            <a:ext cx="61806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5029200" y="-113"/>
            <a:ext cx="5029200" cy="777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532643" y="6793205"/>
            <a:ext cx="594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92050" y="1827047"/>
            <a:ext cx="4449600" cy="22761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92050" y="4184268"/>
            <a:ext cx="4449600" cy="20331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 sz="2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 sz="26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 sz="26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 sz="26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 sz="26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 sz="26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 sz="26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 sz="26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 sz="2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5433450" y="1094347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51450" y="6397629"/>
            <a:ext cx="6598800" cy="904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65" y="7671647"/>
            <a:ext cx="10058100" cy="10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426690" y="1741480"/>
            <a:ext cx="9204900" cy="23247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100"/>
              <a:buNone/>
              <a:defRPr sz="161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100"/>
              <a:buNone/>
              <a:defRPr sz="161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100"/>
              <a:buNone/>
              <a:defRPr sz="161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100"/>
              <a:buNone/>
              <a:defRPr sz="161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100"/>
              <a:buNone/>
              <a:defRPr sz="161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100"/>
              <a:buNone/>
              <a:defRPr sz="161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100"/>
              <a:buNone/>
              <a:defRPr sz="161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100"/>
              <a:buNone/>
              <a:defRPr sz="161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100"/>
              <a:buNone/>
              <a:defRPr sz="161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26690" y="4411613"/>
            <a:ext cx="9204900" cy="16194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26690" y="692127"/>
            <a:ext cx="92049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Slab"/>
              <a:buNone/>
              <a:defRPr sz="3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Slab"/>
              <a:buNone/>
              <a:defRPr sz="3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Slab"/>
              <a:buNone/>
              <a:defRPr sz="3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Slab"/>
              <a:buNone/>
              <a:defRPr sz="3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Slab"/>
              <a:buNone/>
              <a:defRPr sz="3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Slab"/>
              <a:buNone/>
              <a:defRPr sz="3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Slab"/>
              <a:buNone/>
              <a:defRPr sz="3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Slab"/>
              <a:buNone/>
              <a:defRPr sz="3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Slab"/>
              <a:buNone/>
              <a:defRPr sz="37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6690" y="2251290"/>
            <a:ext cx="9204900" cy="46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  <a:defRPr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655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○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655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■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655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655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○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655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■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655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655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○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655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700"/>
              <a:buFont typeface="Roboto"/>
              <a:buChar char="■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algn="r">
              <a:buNone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3"/>
          <p:cNvGrpSpPr/>
          <p:nvPr/>
        </p:nvGrpSpPr>
        <p:grpSpPr>
          <a:xfrm>
            <a:off x="675000" y="691875"/>
            <a:ext cx="8708400" cy="6414000"/>
            <a:chOff x="675000" y="691875"/>
            <a:chExt cx="8708400" cy="6414000"/>
          </a:xfrm>
        </p:grpSpPr>
        <p:grpSp>
          <p:nvGrpSpPr>
            <p:cNvPr id="64" name="Google Shape;64;p13"/>
            <p:cNvGrpSpPr/>
            <p:nvPr/>
          </p:nvGrpSpPr>
          <p:grpSpPr>
            <a:xfrm>
              <a:off x="675000" y="691875"/>
              <a:ext cx="8708400" cy="6414000"/>
              <a:chOff x="675000" y="691875"/>
              <a:chExt cx="8708400" cy="6414000"/>
            </a:xfrm>
          </p:grpSpPr>
          <p:sp>
            <p:nvSpPr>
              <p:cNvPr id="65" name="Google Shape;65;p13"/>
              <p:cNvSpPr/>
              <p:nvPr/>
            </p:nvSpPr>
            <p:spPr>
              <a:xfrm>
                <a:off x="675000" y="691875"/>
                <a:ext cx="8708400" cy="3584700"/>
              </a:xfrm>
              <a:prstGeom prst="rect">
                <a:avLst/>
              </a:prstGeom>
              <a:solidFill>
                <a:schemeClr val="dk1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675000" y="4035075"/>
                <a:ext cx="8708400" cy="3070800"/>
              </a:xfrm>
              <a:prstGeom prst="rect">
                <a:avLst/>
              </a:prstGeom>
              <a:solidFill>
                <a:schemeClr val="lt1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7" name="Google Shape;67;p13"/>
              <p:cNvCxnSpPr/>
              <p:nvPr/>
            </p:nvCxnSpPr>
            <p:spPr>
              <a:xfrm>
                <a:off x="684525" y="4035066"/>
                <a:ext cx="86892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68" name="Google Shape;68;p13"/>
            <p:cNvCxnSpPr/>
            <p:nvPr/>
          </p:nvCxnSpPr>
          <p:spPr>
            <a:xfrm>
              <a:off x="4786350" y="6159150"/>
              <a:ext cx="485700" cy="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Изображение школьного глобуса"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700" y="297175"/>
            <a:ext cx="1181000" cy="13235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idx="4294967295" type="title"/>
          </p:nvPr>
        </p:nvSpPr>
        <p:spPr>
          <a:xfrm>
            <a:off x="1011450" y="2682900"/>
            <a:ext cx="8035500" cy="11334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rgbClr val="212529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Новостной агрегатор</a:t>
            </a:r>
            <a:r>
              <a:rPr lang="ru" sz="290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9000">
              <a:solidFill>
                <a:srgbClr val="212529"/>
              </a:solidFill>
              <a:highlight>
                <a:schemeClr val="dk1"/>
              </a:highlight>
            </a:endParaRPr>
          </a:p>
        </p:txBody>
      </p:sp>
      <p:sp>
        <p:nvSpPr>
          <p:cNvPr id="71" name="Google Shape;71;p13"/>
          <p:cNvSpPr txBox="1"/>
          <p:nvPr>
            <p:ph idx="4294967295" type="body"/>
          </p:nvPr>
        </p:nvSpPr>
        <p:spPr>
          <a:xfrm>
            <a:off x="1011450" y="4495688"/>
            <a:ext cx="8035500" cy="981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Бшоян Арман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426690" y="692127"/>
            <a:ext cx="9204900" cy="1036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426690" y="2251290"/>
            <a:ext cx="9204900" cy="465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новостной агрегатор решает проблему информационного шума и фрагментации — он собирает новости из множества источников в одном месте, фильтрует лишнее и помогает пользователю быстро получать важное, не тратя время на поиск по десяткам сайтов.</a:t>
            </a:r>
            <a:r>
              <a:rPr lang="ru" sz="20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26690" y="692127"/>
            <a:ext cx="9204900" cy="1036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highlight>
                  <a:schemeClr val="lt1"/>
                </a:highlight>
              </a:rPr>
              <a:t>Технологический стек</a:t>
            </a:r>
            <a:endParaRPr b="1" sz="4400">
              <a:highlight>
                <a:schemeClr val="lt1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26690" y="2251290"/>
            <a:ext cx="9204900" cy="465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F7F8FC"/>
              </a:buClr>
              <a:buSzPts val="1700"/>
              <a:buFont typeface="Arial"/>
              <a:buChar char="●"/>
            </a:pPr>
            <a:r>
              <a:rPr lang="ru" sz="1700">
                <a:solidFill>
                  <a:srgbClr val="F7F8F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django</a:t>
            </a:r>
            <a:endParaRPr sz="1700">
              <a:solidFill>
                <a:srgbClr val="F7F8F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25" y="1236925"/>
            <a:ext cx="9753602" cy="5531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00" y="1022275"/>
            <a:ext cx="9753602" cy="5462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26690" y="692127"/>
            <a:ext cx="9204900" cy="1036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26740" y="2312015"/>
            <a:ext cx="9204900" cy="465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ru"/>
              <a:t>я сделал действительно удобный и простой агрегатор новостей ,лайк.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848332" y="1796598"/>
            <a:ext cx="6361800" cy="22023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</a:t>
            </a:r>
            <a:r>
              <a:rPr lang="ru"/>
              <a:t>ВНИМАНИЕ</a:t>
            </a:r>
            <a:r>
              <a:rPr lang="ru"/>
              <a:t>  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900" y="4637073"/>
            <a:ext cx="2133600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